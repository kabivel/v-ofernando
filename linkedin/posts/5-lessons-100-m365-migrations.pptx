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67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66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66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7CB08-193D-4FC4-A104-3BA12F19D028}" type="datetimeFigureOut"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84575" y="914400"/>
            <a:ext cx="197485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521075"/>
            <a:ext cx="7315200" cy="2879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488"/>
            <a:ext cx="3962400" cy="366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948488"/>
            <a:ext cx="3962400" cy="366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6EFE9-426E-4FDD-9886-B1D6A55E1B9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33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-365760" y="146304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100+</a:t>
            </a:r>
            <a:endParaRPr lang="en-US" sz="36000" dirty="0"/>
          </a:p>
        </p:txBody>
      </p:sp>
      <p:sp>
        <p:nvSpPr>
          <p:cNvPr id="4" name="Shape 2"/>
          <p:cNvSpPr/>
          <p:nvPr/>
        </p:nvSpPr>
        <p:spPr>
          <a:xfrm>
            <a:off x="3108960" y="411480"/>
            <a:ext cx="384048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108960" y="411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PARTNER OF THE YEAR 2023 · MODERN WORK LATAM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NOTES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I've delivered 100+ Microsoft 365 migrations across LATAM.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 are the </a:t>
            </a:r>
            <a:r>
              <a:rPr lang="en-US" sz="2200" b="1" dirty="0">
                <a:solidFill>
                  <a:srgbClr val="FF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lessons</a:t>
            </a:r>
            <a:r>
              <a:rPr lang="en-US" sz="2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nobody tells you upfront.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768096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7680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Swipe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8641080"/>
            <a:ext cx="6217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8732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Fernando Olímpio  ·  linkedin.com/in/fernando-olímpio-da-silva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8732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migration is the easy part.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kills projects is everything that happens in the </a:t>
            </a:r>
            <a:r>
              <a:rPr lang="en-US" sz="1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 days before</a:t>
            </a:r>
            <a:r>
              <a:rPr lang="en-US" sz="1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the </a:t>
            </a:r>
            <a:r>
              <a:rPr lang="en-US" sz="1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 days after</a:t>
            </a:r>
            <a:r>
              <a:rPr lang="en-US" sz="1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100+ projects — IMAP, Google Workspace, file servers, tenant-to-tenant — the same 5 mistakes show up every time.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6949440"/>
            <a:ext cx="73152" cy="868680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6949440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this. Share with your team.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8641080"/>
            <a:ext cx="6217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8732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Fernando Olímpio  ·  linkedin.com/in/fernando-olímpio-da-silva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8732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is not a checklist. It's a negotiation.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 of “scope creep” is just discovery you skipped. Shared mailboxes nobody owns. Distribution lists tied to legacy apps. Public folders with 12 years of litigation evidence.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7223760"/>
            <a:ext cx="6217920" cy="9601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7223760"/>
            <a:ext cx="91440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7223760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Spend 2x more time in discovery. You'll spend 5x less in remediation.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8641080"/>
            <a:ext cx="6217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8732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Fernando Olímpio  ·  linkedin.com/in/fernando-olímpio-da-silva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8732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comes first. Always. No exceptions.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Entra ID isn't clean before you migrate mailboxes, you're moving broken accounts to a more expensive platform. Audit MFA coverage, conditional access baselines, hybrid sync health, and orphaned objects BEFORE the first mailbox moves.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7223760"/>
            <a:ext cx="6217920" cy="9601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7223760"/>
            <a:ext cx="91440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7223760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No clean identity, no migration.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8641080"/>
            <a:ext cx="6217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8732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Fernando Olímpio  ·  linkedin.com/in/fernando-olímpio-da-silva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8732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users are not random. They are political.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wrong 50 pilot users will kill the rollout in week 2. Pick: 1 executive sponsor, 2 vocal skeptics, 5 power users from different departments, and 1 person from legal/compliance.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7223760"/>
            <a:ext cx="6217920" cy="9601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7223760"/>
            <a:ext cx="91440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7223760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If the skeptics convert, the rest follow.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8641080"/>
            <a:ext cx="6217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8732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Fernando Olímpio  ·  linkedin.com/in/fernando-olímpio-da-silva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8732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beats tooling.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BitTitan, Quest On-Demand, native cutover — all of them work. What doesn't work: a 3-line email on Friday saying “your mailbox will move this weekend”. Build a comms cadence: T-30, T-14, T-7, T-1, day-of, T+1, T+7. Same template. Same channel. Every wave.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7223760"/>
            <a:ext cx="6217920" cy="9601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7223760"/>
            <a:ext cx="91440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7223760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Predictability is the feature users buy.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8641080"/>
            <a:ext cx="6217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8732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Fernando Olímpio  ·  linkedin.com/in/fernando-olímpio-da-silva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8732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project ends 90 days after go-live, not on go-live.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0 = mailbox moved. Day 90 = users actually changed behavior. Plan for: license rebalancing, DLP tuning, Conditional Access exceptions cleanup, OneDrive known folder move, adoption metrics review.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7223760"/>
            <a:ext cx="6217920" cy="9601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7223760"/>
            <a:ext cx="91440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7223760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No post-migration plan = no ROI.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8641080"/>
            <a:ext cx="6217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8732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Fernando Olímpio  ·  linkedin.com/in/fernando-olímpio-da-silva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8732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PATTERN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pattern behind all 5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017520" cy="38404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0175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THAT FAIL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 migration as a </a:t>
            </a: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</a:t>
            </a:r>
            <a:r>
              <a:rPr lang="en-US" sz="16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project.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49040" y="2468880"/>
            <a:ext cx="3017520" cy="38404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49040" y="2468880"/>
            <a:ext cx="301752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23360" y="278892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02336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THAT SUCCEED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0" y="38862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 it as a </a:t>
            </a: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</a:t>
            </a:r>
            <a:r>
              <a:rPr lang="en-US" sz="16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project that happens to use technology.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6751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tools have been solved. </a:t>
            </a:r>
            <a:r>
              <a:rPr lang="en-US" sz="2000" b="1" dirty="0">
                <a:solidFill>
                  <a:srgbClr val="FF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humans haven't.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8641080"/>
            <a:ext cx="6217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8732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Fernando Olímpio  ·  linkedin.com/in/fernando-olímpio-da-silva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8732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CHECKLIST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your next M365 migration, verify all 7: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86207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278892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doc signed by business owner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3355848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ID baseline audit completed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959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3922776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user list with named individuals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56285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4489704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Comms cadence template approved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12978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5056632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plan documented and tested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6967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562356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+30 / +60 / +90 review scheduled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626364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6190488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metrics defined in writing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7589520"/>
            <a:ext cx="621792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75895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 one  </a:t>
            </a:r>
            <a:r>
              <a:rPr lang="en-US" sz="1600" b="1" dirty="0">
                <a:solidFill>
                  <a:srgbClr val="FF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expect rework.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8641080"/>
            <a:ext cx="6217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8732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Fernando Olímpio  ·  linkedin.com/in/fernando-olímpio-da-silva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8732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CONNECT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I'm Fernando Olímpio.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&amp; Security Consultant @ Avanade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Partner of the Year 2023 — Modern Work, LATAM &amp; Caribbean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write weekly about </a:t>
            </a: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adoption, secure migrations, and Modern Work.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6217920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777240" cy="777240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08760" y="50292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</a:t>
            </a:r>
            <a:r>
              <a:rPr lang="en-US" sz="16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for more field notes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943600"/>
            <a:ext cx="6217920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5943600"/>
            <a:ext cx="777240" cy="777240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59436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Repost</a:t>
            </a:r>
            <a:r>
              <a:rPr lang="en-US" sz="16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to help your network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6858000"/>
            <a:ext cx="6217920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6858000"/>
            <a:ext cx="777240" cy="777240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6858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08760" y="68580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</a:t>
            </a:r>
            <a:r>
              <a:rPr lang="en-US" sz="16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which lesson hit hardest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8641080"/>
            <a:ext cx="6217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8732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Fernando Olímpio  ·  linkedin.com/in/fernando-olímpio-da-silva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8732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10/10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4E0938A-C85F-DB05-CC34-EE7FAB4EF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85497"/>
            <a:ext cx="1644242" cy="16442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701</Words>
  <Application>Microsoft Office PowerPoint</Application>
  <PresentationFormat>Custom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Lessons from 100+ Microsoft 365 Migrations</dc:title>
  <dc:subject>PptxGenJS Presentation</dc:subject>
  <dc:creator>Fernando Olimpio</dc:creator>
  <cp:lastModifiedBy>Fernando Olimpio da Silva</cp:lastModifiedBy>
  <cp:revision>3</cp:revision>
  <dcterms:created xsi:type="dcterms:W3CDTF">2026-05-20T12:28:57Z</dcterms:created>
  <dcterms:modified xsi:type="dcterms:W3CDTF">2026-05-20T12:48:47Z</dcterms:modified>
</cp:coreProperties>
</file>